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26" r:id="rId3"/>
    <p:sldId id="327" r:id="rId4"/>
  </p:sldIdLst>
  <p:sldSz cx="91440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2FA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888" y="0"/>
      </p:cViewPr>
      <p:guideLst>
        <p:guide orient="horz" pos="57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681135"/>
            <a:ext cx="7772400" cy="39200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0363200"/>
            <a:ext cx="6400800" cy="4673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2018-05-19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2018-05-19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1751735"/>
            <a:ext cx="7772400" cy="36322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7751236"/>
            <a:ext cx="7772400" cy="400049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2018-05-19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4267201"/>
            <a:ext cx="4038600" cy="1206923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4267201"/>
            <a:ext cx="4038600" cy="1206923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2018-05-19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93635"/>
            <a:ext cx="4040188" cy="1706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5799667"/>
            <a:ext cx="4040188" cy="105367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4093635"/>
            <a:ext cx="4041775" cy="1706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5799667"/>
            <a:ext cx="4041775" cy="105367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2018-05-19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2018-05-19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2018-05-19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28133"/>
            <a:ext cx="3008313" cy="30988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728135"/>
            <a:ext cx="5111750" cy="1560830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3826935"/>
            <a:ext cx="3008313" cy="1250950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2018-05-19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12801600"/>
            <a:ext cx="5486400" cy="151130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634067"/>
            <a:ext cx="5486400" cy="10972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14312901"/>
            <a:ext cx="5486400" cy="21462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2018-05-19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2018-05-19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32369"/>
            <a:ext cx="2057400" cy="156040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732369"/>
            <a:ext cx="6019800" cy="156040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2018-05-19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32368"/>
            <a:ext cx="8229600" cy="15028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267201"/>
            <a:ext cx="8229600" cy="12069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6950268"/>
            <a:ext cx="21336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2018-05-19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16950268"/>
            <a:ext cx="28956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16950268"/>
            <a:ext cx="21336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9DBA-819B-47F2-99E0-4B4209BE9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C6A41-F5F2-40BD-AB7D-866A9108C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12069235"/>
          </a:xfrm>
        </p:spPr>
        <p:txBody>
          <a:bodyPr/>
          <a:lstStyle/>
          <a:p>
            <a:r>
              <a:rPr lang="en-US" dirty="0"/>
              <a:t>Method indicated</a:t>
            </a:r>
          </a:p>
          <a:p>
            <a:r>
              <a:rPr lang="en-US" dirty="0"/>
              <a:t>Class(</a:t>
            </a:r>
            <a:r>
              <a:rPr lang="en-US" dirty="0" err="1"/>
              <a:t>es</a:t>
            </a:r>
            <a:r>
              <a:rPr lang="en-US" dirty="0"/>
              <a:t>) in &lt; … … … &gt;</a:t>
            </a:r>
          </a:p>
          <a:p>
            <a:pPr lvl="1"/>
            <a:r>
              <a:rPr lang="en-US" dirty="0"/>
              <a:t>Possible classes in [ …]</a:t>
            </a:r>
          </a:p>
          <a:p>
            <a:pPr lvl="1"/>
            <a:r>
              <a:rPr lang="en-US" dirty="0"/>
              <a:t>Optional classes in [ … | … ]</a:t>
            </a:r>
          </a:p>
        </p:txBody>
      </p:sp>
    </p:spTree>
    <p:extLst>
      <p:ext uri="{BB962C8B-B14F-4D97-AF65-F5344CB8AC3E}">
        <p14:creationId xmlns:p14="http://schemas.microsoft.com/office/powerpoint/2010/main" val="1936675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CCE206-F283-4DF7-9473-C72BB5A8307E}"/>
              </a:ext>
            </a:extLst>
          </p:cNvPr>
          <p:cNvSpPr/>
          <p:nvPr/>
        </p:nvSpPr>
        <p:spPr>
          <a:xfrm>
            <a:off x="152400" y="283028"/>
            <a:ext cx="8610600" cy="176239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div#T1234567890_123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27215D-41FA-4509-A36E-3497149EE65B}"/>
              </a:ext>
            </a:extLst>
          </p:cNvPr>
          <p:cNvSpPr/>
          <p:nvPr/>
        </p:nvSpPr>
        <p:spPr>
          <a:xfrm>
            <a:off x="651354" y="587830"/>
            <a:ext cx="7666973" cy="16670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table: &lt; node 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FAA0ED-3569-4777-91D6-99C9F4C94AA5}"/>
              </a:ext>
            </a:extLst>
          </p:cNvPr>
          <p:cNvSpPr txBox="1"/>
          <p:nvPr/>
        </p:nvSpPr>
        <p:spPr>
          <a:xfrm>
            <a:off x="-204140" y="-21771"/>
            <a:ext cx="13415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addType</a:t>
            </a:r>
            <a:r>
              <a:rPr lang="en-US" sz="1200" dirty="0"/>
              <a:t>: datatype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207E9D-E7FF-4745-9856-F514C70AB2CC}"/>
              </a:ext>
            </a:extLst>
          </p:cNvPr>
          <p:cNvSpPr/>
          <p:nvPr/>
        </p:nvSpPr>
        <p:spPr>
          <a:xfrm>
            <a:off x="1321299" y="904298"/>
            <a:ext cx="6500552" cy="58719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tr</a:t>
            </a:r>
            <a:r>
              <a:rPr lang="en-US" sz="1200" dirty="0">
                <a:solidFill>
                  <a:schemeClr val="tx1"/>
                </a:solidFill>
              </a:rPr>
              <a:t>: &lt; title 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555F22-4F30-4000-A93E-5DFE246E8A8C}"/>
              </a:ext>
            </a:extLst>
          </p:cNvPr>
          <p:cNvSpPr/>
          <p:nvPr/>
        </p:nvSpPr>
        <p:spPr>
          <a:xfrm>
            <a:off x="1694019" y="1158097"/>
            <a:ext cx="5961279" cy="2112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&lt; </a:t>
            </a:r>
            <a:r>
              <a:rPr lang="en-US" sz="1200" dirty="0" err="1">
                <a:solidFill>
                  <a:schemeClr val="tx1"/>
                </a:solidFill>
              </a:rPr>
              <a:t>targetendpoint</a:t>
            </a:r>
            <a:r>
              <a:rPr lang="en-US" sz="1200" dirty="0">
                <a:solidFill>
                  <a:schemeClr val="tx1"/>
                </a:solidFill>
              </a:rPr>
              <a:t> 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64BF81-F460-4DA2-AFBC-FD5B30F1AA82}"/>
              </a:ext>
            </a:extLst>
          </p:cNvPr>
          <p:cNvSpPr/>
          <p:nvPr/>
        </p:nvSpPr>
        <p:spPr>
          <a:xfrm>
            <a:off x="2438400" y="1577197"/>
            <a:ext cx="4572000" cy="1521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div: id,  &lt; endpoint _</a:t>
            </a:r>
            <a:r>
              <a:rPr lang="en-US" sz="1200" dirty="0" err="1">
                <a:solidFill>
                  <a:schemeClr val="tx1"/>
                </a:solidFill>
              </a:rPr>
              <a:t>jsPlumb_endpoint_anchor</a:t>
            </a:r>
            <a:r>
              <a:rPr lang="en-US" sz="1200" dirty="0">
                <a:solidFill>
                  <a:schemeClr val="tx1"/>
                </a:solidFill>
              </a:rPr>
              <a:t>_ 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74E05B-9CB8-47B9-BD0E-61157F80BFDC}"/>
              </a:ext>
            </a:extLst>
          </p:cNvPr>
          <p:cNvSpPr/>
          <p:nvPr/>
        </p:nvSpPr>
        <p:spPr>
          <a:xfrm>
            <a:off x="3200400" y="2034397"/>
            <a:ext cx="3657600" cy="9144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jsPlumb.Endpoint</a:t>
            </a:r>
            <a:r>
              <a:rPr lang="en-US" sz="1200" dirty="0">
                <a:solidFill>
                  <a:schemeClr val="tx1"/>
                </a:solidFill>
              </a:rPr>
              <a:t> with the parent div as ‘element’ attribute. Not contained. Needs to queried from </a:t>
            </a:r>
            <a:r>
              <a:rPr lang="en-US" sz="1200" dirty="0" err="1">
                <a:solidFill>
                  <a:schemeClr val="tx1"/>
                </a:solidFill>
              </a:rPr>
              <a:t>jsPlumb</a:t>
            </a:r>
            <a:r>
              <a:rPr lang="en-US" sz="1200" dirty="0">
                <a:solidFill>
                  <a:schemeClr val="tx1"/>
                </a:solidFill>
              </a:rPr>
              <a:t> (probably, TBD)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‘</a:t>
            </a:r>
            <a:r>
              <a:rPr lang="en-US" sz="1200" dirty="0" err="1">
                <a:solidFill>
                  <a:schemeClr val="tx1"/>
                </a:solidFill>
              </a:rPr>
              <a:t>elementId</a:t>
            </a:r>
            <a:r>
              <a:rPr lang="en-US" sz="1200" dirty="0">
                <a:solidFill>
                  <a:schemeClr val="tx1"/>
                </a:solidFill>
              </a:rPr>
              <a:t>’ attribute with same value as parent’s 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428E39-B107-46B8-B347-A099AD179B50}"/>
              </a:ext>
            </a:extLst>
          </p:cNvPr>
          <p:cNvSpPr/>
          <p:nvPr/>
        </p:nvSpPr>
        <p:spPr>
          <a:xfrm>
            <a:off x="1694019" y="3405998"/>
            <a:ext cx="5961279" cy="3453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&lt; </a:t>
            </a:r>
            <a:r>
              <a:rPr lang="en-US" sz="1200" dirty="0" err="1">
                <a:solidFill>
                  <a:schemeClr val="tx1"/>
                </a:solidFill>
              </a:rPr>
              <a:t>titleNode</a:t>
            </a:r>
            <a:r>
              <a:rPr lang="en-US" sz="1200" dirty="0">
                <a:solidFill>
                  <a:schemeClr val="tx1"/>
                </a:solidFill>
              </a:rPr>
              <a:t> 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8460AF-96DB-47D9-991D-1709282F9E57}"/>
              </a:ext>
            </a:extLst>
          </p:cNvPr>
          <p:cNvSpPr/>
          <p:nvPr/>
        </p:nvSpPr>
        <p:spPr>
          <a:xfrm>
            <a:off x="1703150" y="3862575"/>
            <a:ext cx="5943600" cy="2557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&lt; </a:t>
            </a:r>
            <a:r>
              <a:rPr lang="en-US" sz="1200" dirty="0" err="1">
                <a:solidFill>
                  <a:schemeClr val="tx1"/>
                </a:solidFill>
              </a:rPr>
              <a:t>sourceendpoint</a:t>
            </a:r>
            <a:r>
              <a:rPr lang="en-US" sz="1200" dirty="0">
                <a:solidFill>
                  <a:schemeClr val="tx1"/>
                </a:solidFill>
              </a:rPr>
              <a:t> &gt;</a:t>
            </a:r>
          </a:p>
          <a:p>
            <a:r>
              <a:rPr lang="en-US" sz="1200" dirty="0">
                <a:solidFill>
                  <a:schemeClr val="tx1"/>
                </a:solidFill>
              </a:rPr>
              <a:t>Can be used to indicate type is mapped to a table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8C22DA-5680-40B4-AEAB-057C75D38267}"/>
              </a:ext>
            </a:extLst>
          </p:cNvPr>
          <p:cNvSpPr/>
          <p:nvPr/>
        </p:nvSpPr>
        <p:spPr>
          <a:xfrm>
            <a:off x="2438400" y="4613530"/>
            <a:ext cx="4572000" cy="1521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div: id,  &lt; endpoint _</a:t>
            </a:r>
            <a:r>
              <a:rPr lang="en-US" sz="1200" dirty="0" err="1">
                <a:solidFill>
                  <a:schemeClr val="tx1"/>
                </a:solidFill>
              </a:rPr>
              <a:t>jsPlumb_endpoint_anchor</a:t>
            </a:r>
            <a:r>
              <a:rPr lang="en-US" sz="1200" dirty="0">
                <a:solidFill>
                  <a:schemeClr val="tx1"/>
                </a:solidFill>
              </a:rPr>
              <a:t>_ 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738F88-BEE5-4B9A-9E1F-9A58A909D6BC}"/>
              </a:ext>
            </a:extLst>
          </p:cNvPr>
          <p:cNvSpPr/>
          <p:nvPr/>
        </p:nvSpPr>
        <p:spPr>
          <a:xfrm>
            <a:off x="3200400" y="5070730"/>
            <a:ext cx="3657600" cy="9144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jsPlumb.Endpoint</a:t>
            </a:r>
            <a:r>
              <a:rPr lang="en-US" sz="1200" dirty="0">
                <a:solidFill>
                  <a:schemeClr val="tx1"/>
                </a:solidFill>
              </a:rPr>
              <a:t> with the parent div as ‘element’ attribute. Not contained. Needs to queried from </a:t>
            </a:r>
            <a:r>
              <a:rPr lang="en-US" sz="1200" dirty="0" err="1">
                <a:solidFill>
                  <a:schemeClr val="tx1"/>
                </a:solidFill>
              </a:rPr>
              <a:t>jsPlumb</a:t>
            </a:r>
            <a:r>
              <a:rPr lang="en-US" sz="1200" dirty="0">
                <a:solidFill>
                  <a:schemeClr val="tx1"/>
                </a:solidFill>
              </a:rPr>
              <a:t> (probably, TBD)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‘</a:t>
            </a:r>
            <a:r>
              <a:rPr lang="en-US" sz="1200" dirty="0" err="1">
                <a:solidFill>
                  <a:schemeClr val="tx1"/>
                </a:solidFill>
              </a:rPr>
              <a:t>elementId</a:t>
            </a:r>
            <a:r>
              <a:rPr lang="en-US" sz="1200" dirty="0">
                <a:solidFill>
                  <a:schemeClr val="tx1"/>
                </a:solidFill>
              </a:rPr>
              <a:t>’ attribute with same value as parent’s id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190E7B-E6DA-4B20-88F4-0A394F0797D6}"/>
              </a:ext>
            </a:extLst>
          </p:cNvPr>
          <p:cNvSpPr txBox="1"/>
          <p:nvPr/>
        </p:nvSpPr>
        <p:spPr>
          <a:xfrm flipH="1">
            <a:off x="3826289" y="12026679"/>
            <a:ext cx="882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B2A618-3029-4B31-881B-2FF2E63CC965}"/>
              </a:ext>
            </a:extLst>
          </p:cNvPr>
          <p:cNvSpPr/>
          <p:nvPr/>
        </p:nvSpPr>
        <p:spPr>
          <a:xfrm>
            <a:off x="1348048" y="6953251"/>
            <a:ext cx="6500552" cy="3790949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tr</a:t>
            </a:r>
            <a:r>
              <a:rPr lang="en-US" sz="1200" dirty="0">
                <a:solidFill>
                  <a:schemeClr val="tx1"/>
                </a:solidFill>
              </a:rPr>
              <a:t>: &lt; role 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7681A8-EC8E-4361-8AD7-80A8CDE231C3}"/>
              </a:ext>
            </a:extLst>
          </p:cNvPr>
          <p:cNvSpPr/>
          <p:nvPr/>
        </p:nvSpPr>
        <p:spPr>
          <a:xfrm>
            <a:off x="1703150" y="7272183"/>
            <a:ext cx="5943600" cy="366866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D732B0-1451-4F3A-B881-7A52E74A79AD}"/>
              </a:ext>
            </a:extLst>
          </p:cNvPr>
          <p:cNvSpPr/>
          <p:nvPr/>
        </p:nvSpPr>
        <p:spPr>
          <a:xfrm>
            <a:off x="2465149" y="8536856"/>
            <a:ext cx="4572000" cy="1521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div: id, &lt; endpoint [ </a:t>
            </a:r>
            <a:r>
              <a:rPr lang="en-US" sz="1200" dirty="0" err="1">
                <a:solidFill>
                  <a:schemeClr val="tx1"/>
                </a:solidFill>
              </a:rPr>
              <a:t>as_array</a:t>
            </a:r>
            <a:r>
              <a:rPr lang="en-US" sz="1200" dirty="0">
                <a:solidFill>
                  <a:schemeClr val="tx1"/>
                </a:solidFill>
              </a:rPr>
              <a:t> ] _</a:t>
            </a:r>
            <a:r>
              <a:rPr lang="en-US" sz="1200" dirty="0" err="1">
                <a:solidFill>
                  <a:schemeClr val="tx1"/>
                </a:solidFill>
              </a:rPr>
              <a:t>jsPlumb_endpoint_anchor</a:t>
            </a:r>
            <a:r>
              <a:rPr lang="en-US" sz="1200" dirty="0">
                <a:solidFill>
                  <a:schemeClr val="tx1"/>
                </a:solidFill>
              </a:rPr>
              <a:t>_ 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153B6D-4580-426E-8BDF-B0CD783B9EC5}"/>
              </a:ext>
            </a:extLst>
          </p:cNvPr>
          <p:cNvSpPr/>
          <p:nvPr/>
        </p:nvSpPr>
        <p:spPr>
          <a:xfrm>
            <a:off x="3227149" y="8994056"/>
            <a:ext cx="3657600" cy="9144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jsPlumb.Endpoint</a:t>
            </a:r>
            <a:r>
              <a:rPr lang="en-US" sz="1200" dirty="0">
                <a:solidFill>
                  <a:schemeClr val="tx1"/>
                </a:solidFill>
              </a:rPr>
              <a:t> with the parent div as ‘element’ attribute. Not contained. Needs to queried from </a:t>
            </a:r>
            <a:r>
              <a:rPr lang="en-US" sz="1200" dirty="0" err="1">
                <a:solidFill>
                  <a:schemeClr val="tx1"/>
                </a:solidFill>
              </a:rPr>
              <a:t>jsPlumb</a:t>
            </a:r>
            <a:r>
              <a:rPr lang="en-US" sz="1200" dirty="0">
                <a:solidFill>
                  <a:schemeClr val="tx1"/>
                </a:solidFill>
              </a:rPr>
              <a:t> (probably, TBD)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‘</a:t>
            </a:r>
            <a:r>
              <a:rPr lang="en-US" sz="1200" dirty="0" err="1">
                <a:solidFill>
                  <a:schemeClr val="tx1"/>
                </a:solidFill>
              </a:rPr>
              <a:t>elementId</a:t>
            </a:r>
            <a:r>
              <a:rPr lang="en-US" sz="1200" dirty="0">
                <a:solidFill>
                  <a:schemeClr val="tx1"/>
                </a:solidFill>
              </a:rPr>
              <a:t>’ attribute with same value as parent’s id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0805D2-97A0-455C-819A-F70F845C5F1B}"/>
              </a:ext>
            </a:extLst>
          </p:cNvPr>
          <p:cNvSpPr/>
          <p:nvPr/>
        </p:nvSpPr>
        <p:spPr>
          <a:xfrm>
            <a:off x="1703150" y="7793082"/>
            <a:ext cx="5943600" cy="266700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td: &lt; </a:t>
            </a:r>
            <a:r>
              <a:rPr lang="en-US" sz="1200" dirty="0" err="1">
                <a:solidFill>
                  <a:schemeClr val="tx1"/>
                </a:solidFill>
              </a:rPr>
              <a:t>sourceendpoint</a:t>
            </a:r>
            <a:r>
              <a:rPr lang="en-US" sz="1200" dirty="0">
                <a:solidFill>
                  <a:schemeClr val="tx1"/>
                </a:solidFill>
              </a:rPr>
              <a:t> [</a:t>
            </a:r>
            <a:r>
              <a:rPr lang="en-US" sz="1200" dirty="0" err="1">
                <a:solidFill>
                  <a:schemeClr val="tx1"/>
                </a:solidFill>
              </a:rPr>
              <a:t>as_link</a:t>
            </a:r>
            <a:r>
              <a:rPr lang="en-US" sz="1200" dirty="0">
                <a:solidFill>
                  <a:schemeClr val="tx1"/>
                </a:solidFill>
              </a:rPr>
              <a:t> | </a:t>
            </a:r>
            <a:r>
              <a:rPr lang="en-US" sz="1200" dirty="0" err="1">
                <a:solidFill>
                  <a:schemeClr val="tx1"/>
                </a:solidFill>
              </a:rPr>
              <a:t>as_constant</a:t>
            </a:r>
            <a:r>
              <a:rPr lang="en-US" sz="1200" dirty="0">
                <a:solidFill>
                  <a:schemeClr val="tx1"/>
                </a:solidFill>
              </a:rPr>
              <a:t>] &gt;  </a:t>
            </a:r>
          </a:p>
          <a:p>
            <a:r>
              <a:rPr lang="en-US" sz="1200" dirty="0">
                <a:solidFill>
                  <a:schemeClr val="tx1"/>
                </a:solidFill>
              </a:rPr>
              <a:t>	if attribute with primitive/</a:t>
            </a:r>
            <a:r>
              <a:rPr lang="en-US" sz="1200" dirty="0" err="1">
                <a:solidFill>
                  <a:schemeClr val="tx1"/>
                </a:solidFill>
              </a:rPr>
              <a:t>enum</a:t>
            </a:r>
            <a:r>
              <a:rPr lang="en-US" sz="1200" dirty="0">
                <a:solidFill>
                  <a:schemeClr val="tx1"/>
                </a:solidFill>
              </a:rPr>
              <a:t> type</a:t>
            </a:r>
          </a:p>
        </p:txBody>
      </p:sp>
    </p:spTree>
    <p:extLst>
      <p:ext uri="{BB962C8B-B14F-4D97-AF65-F5344CB8AC3E}">
        <p14:creationId xmlns:p14="http://schemas.microsoft.com/office/powerpoint/2010/main" val="2765527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58E9-BB56-4080-A5B0-B8EB2BD99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loadState</a:t>
            </a:r>
            <a:r>
              <a:rPr lang="en-US" dirty="0"/>
              <a:t>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E9E0B-FA35-4D10-8C4B-8DB1855FA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BaseController.loadState</a:t>
            </a:r>
            <a:endParaRPr lang="en-US" dirty="0"/>
          </a:p>
          <a:p>
            <a:r>
              <a:rPr lang="en-US" dirty="0" err="1"/>
              <a:t>StateLoader.loadState</a:t>
            </a:r>
            <a:endParaRPr lang="en-US" dirty="0"/>
          </a:p>
          <a:p>
            <a:pPr lvl="1"/>
            <a:r>
              <a:rPr lang="en-US" dirty="0" err="1"/>
              <a:t>loadModels</a:t>
            </a:r>
            <a:endParaRPr lang="en-US" dirty="0"/>
          </a:p>
          <a:p>
            <a:pPr lvl="2"/>
            <a:r>
              <a:rPr lang="en-US" dirty="0"/>
              <a:t>Loading models themselves</a:t>
            </a:r>
          </a:p>
          <a:p>
            <a:pPr lvl="2"/>
            <a:r>
              <a:rPr lang="en-US" dirty="0" err="1"/>
              <a:t>drawTypes</a:t>
            </a:r>
            <a:endParaRPr lang="en-US" dirty="0"/>
          </a:p>
          <a:p>
            <a:pPr lvl="3"/>
            <a:r>
              <a:rPr lang="en-US" dirty="0" err="1"/>
              <a:t>mapperController.showType</a:t>
            </a:r>
            <a:r>
              <a:rPr lang="en-US" dirty="0"/>
              <a:t> for each </a:t>
            </a:r>
            <a:r>
              <a:rPr lang="en-US" dirty="0" err="1"/>
              <a:t>state.mapper.objects</a:t>
            </a:r>
            <a:endParaRPr lang="en-US" dirty="0"/>
          </a:p>
          <a:p>
            <a:pPr lvl="1"/>
            <a:r>
              <a:rPr lang="en-US" dirty="0" err="1"/>
              <a:t>tablesManager.clearAll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Notifying listeners of table,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410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10577</TotalTime>
  <Words>278</Words>
  <Application>Microsoft Office PowerPoint</Application>
  <PresentationFormat>Custom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Overview</vt:lpstr>
      <vt:lpstr>PowerPoint Presentation</vt:lpstr>
      <vt:lpstr>loadState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GerardLemson</dc:creator>
  <cp:lastModifiedBy>Gerard Lemson</cp:lastModifiedBy>
  <cp:revision>133</cp:revision>
  <dcterms:created xsi:type="dcterms:W3CDTF">2006-08-16T00:00:00Z</dcterms:created>
  <dcterms:modified xsi:type="dcterms:W3CDTF">2018-05-20T14:07:03Z</dcterms:modified>
</cp:coreProperties>
</file>