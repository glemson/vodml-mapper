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8" r:id="rId3"/>
    <p:sldId id="327" r:id="rId4"/>
  </p:sldIdLst>
  <p:sldSz cx="9144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2F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5" autoAdjust="0"/>
    <p:restoredTop sz="94648" autoAdjust="0"/>
  </p:normalViewPr>
  <p:slideViewPr>
    <p:cSldViewPr>
      <p:cViewPr>
        <p:scale>
          <a:sx n="80" d="100"/>
          <a:sy n="80" d="100"/>
        </p:scale>
        <p:origin x="1296" y="-372"/>
      </p:cViewPr>
      <p:guideLst>
        <p:guide orient="horz" pos="57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81135"/>
            <a:ext cx="7772400" cy="39200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0363200"/>
            <a:ext cx="6400800" cy="4673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751735"/>
            <a:ext cx="7772400" cy="36322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7751236"/>
            <a:ext cx="7772400" cy="40004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267201"/>
            <a:ext cx="4038600" cy="120692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267201"/>
            <a:ext cx="4038600" cy="120692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93635"/>
            <a:ext cx="4040188" cy="1706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5799667"/>
            <a:ext cx="4040188" cy="105367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4093635"/>
            <a:ext cx="4041775" cy="1706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5799667"/>
            <a:ext cx="4041775" cy="105367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8133"/>
            <a:ext cx="3008313" cy="3098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28135"/>
            <a:ext cx="5111750" cy="156083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3826935"/>
            <a:ext cx="3008313" cy="1250950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2801600"/>
            <a:ext cx="5486400" cy="15113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34067"/>
            <a:ext cx="5486400" cy="10972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4312901"/>
            <a:ext cx="5486400" cy="21462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32369"/>
            <a:ext cx="2057400" cy="156040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32369"/>
            <a:ext cx="6019800" cy="156040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32368"/>
            <a:ext cx="8229600" cy="15028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267201"/>
            <a:ext cx="8229600" cy="12069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6950268"/>
            <a:ext cx="2133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2018-04-15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16950268"/>
            <a:ext cx="2895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16950268"/>
            <a:ext cx="2133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9DBA-819B-47F2-99E0-4B4209BE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C6A41-F5F2-40BD-AB7D-866A9108C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2438400"/>
            <a:ext cx="8229600" cy="12069235"/>
          </a:xfrm>
        </p:spPr>
        <p:txBody>
          <a:bodyPr/>
          <a:lstStyle/>
          <a:p>
            <a:r>
              <a:rPr lang="en-US" dirty="0"/>
              <a:t>Method indicated</a:t>
            </a:r>
          </a:p>
          <a:p>
            <a:r>
              <a:rPr lang="en-US" dirty="0"/>
              <a:t>Class(</a:t>
            </a:r>
            <a:r>
              <a:rPr lang="en-US" dirty="0" err="1"/>
              <a:t>es</a:t>
            </a:r>
            <a:r>
              <a:rPr lang="en-US" dirty="0"/>
              <a:t>) in &lt; … … … &gt;</a:t>
            </a:r>
          </a:p>
          <a:p>
            <a:pPr lvl="1"/>
            <a:r>
              <a:rPr lang="en-US" dirty="0"/>
              <a:t>Possible classes in [ …]</a:t>
            </a:r>
          </a:p>
          <a:p>
            <a:pPr lvl="1"/>
            <a:r>
              <a:rPr lang="en-US" dirty="0"/>
              <a:t>Optional classes in [ … | … ]</a:t>
            </a:r>
          </a:p>
        </p:txBody>
      </p:sp>
    </p:spTree>
    <p:extLst>
      <p:ext uri="{BB962C8B-B14F-4D97-AF65-F5344CB8AC3E}">
        <p14:creationId xmlns:p14="http://schemas.microsoft.com/office/powerpoint/2010/main" val="193667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CCE206-F283-4DF7-9473-C72BB5A8307E}"/>
              </a:ext>
            </a:extLst>
          </p:cNvPr>
          <p:cNvSpPr/>
          <p:nvPr/>
        </p:nvSpPr>
        <p:spPr>
          <a:xfrm>
            <a:off x="152400" y="511628"/>
            <a:ext cx="8610600" cy="12993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div#T1234567890_123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7215D-41FA-4509-A36E-3497149EE65B}"/>
              </a:ext>
            </a:extLst>
          </p:cNvPr>
          <p:cNvSpPr/>
          <p:nvPr/>
        </p:nvSpPr>
        <p:spPr>
          <a:xfrm>
            <a:off x="651354" y="816430"/>
            <a:ext cx="7666973" cy="122899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table: &lt; node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AA0ED-3569-4777-91D6-99C9F4C94AA5}"/>
              </a:ext>
            </a:extLst>
          </p:cNvPr>
          <p:cNvSpPr txBox="1"/>
          <p:nvPr/>
        </p:nvSpPr>
        <p:spPr>
          <a:xfrm>
            <a:off x="30014" y="206829"/>
            <a:ext cx="1457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addType</a:t>
            </a:r>
            <a:r>
              <a:rPr lang="en-US" sz="1200" dirty="0"/>
              <a:t>: </a:t>
            </a:r>
            <a:r>
              <a:rPr lang="en-US" sz="1200" dirty="0" err="1"/>
              <a:t>objecttype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07E9D-E7FF-4745-9856-F514C70AB2CC}"/>
              </a:ext>
            </a:extLst>
          </p:cNvPr>
          <p:cNvSpPr/>
          <p:nvPr/>
        </p:nvSpPr>
        <p:spPr>
          <a:xfrm>
            <a:off x="1321299" y="1132898"/>
            <a:ext cx="6500552" cy="55671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title 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55F22-4F30-4000-A93E-5DFE246E8A8C}"/>
              </a:ext>
            </a:extLst>
          </p:cNvPr>
          <p:cNvSpPr/>
          <p:nvPr/>
        </p:nvSpPr>
        <p:spPr>
          <a:xfrm>
            <a:off x="1694019" y="1386697"/>
            <a:ext cx="5961279" cy="2112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targetendpoint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4BF81-F460-4DA2-AFBC-FD5B30F1AA82}"/>
              </a:ext>
            </a:extLst>
          </p:cNvPr>
          <p:cNvSpPr/>
          <p:nvPr/>
        </p:nvSpPr>
        <p:spPr>
          <a:xfrm>
            <a:off x="2438400" y="1805797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4E05B-9CB8-47B9-BD0E-61157F80BFDC}"/>
              </a:ext>
            </a:extLst>
          </p:cNvPr>
          <p:cNvSpPr/>
          <p:nvPr/>
        </p:nvSpPr>
        <p:spPr>
          <a:xfrm>
            <a:off x="3200400" y="2262997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428E39-B107-46B8-B347-A099AD179B50}"/>
              </a:ext>
            </a:extLst>
          </p:cNvPr>
          <p:cNvSpPr/>
          <p:nvPr/>
        </p:nvSpPr>
        <p:spPr>
          <a:xfrm>
            <a:off x="1694019" y="3634598"/>
            <a:ext cx="5961279" cy="3453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titleNode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460AF-96DB-47D9-991D-1709282F9E57}"/>
              </a:ext>
            </a:extLst>
          </p:cNvPr>
          <p:cNvSpPr/>
          <p:nvPr/>
        </p:nvSpPr>
        <p:spPr>
          <a:xfrm>
            <a:off x="1703150" y="4091175"/>
            <a:ext cx="5943600" cy="2309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Can be used to indicate type is mapped to a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8C22DA-5680-40B4-AEAB-057C75D38267}"/>
              </a:ext>
            </a:extLst>
          </p:cNvPr>
          <p:cNvSpPr/>
          <p:nvPr/>
        </p:nvSpPr>
        <p:spPr>
          <a:xfrm>
            <a:off x="2438400" y="4670935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38F88-BEE5-4B9A-9E1F-9A58A909D6BC}"/>
              </a:ext>
            </a:extLst>
          </p:cNvPr>
          <p:cNvSpPr/>
          <p:nvPr/>
        </p:nvSpPr>
        <p:spPr>
          <a:xfrm>
            <a:off x="2819400" y="5128135"/>
            <a:ext cx="4038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 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90E7B-E6DA-4B20-88F4-0A394F0797D6}"/>
              </a:ext>
            </a:extLst>
          </p:cNvPr>
          <p:cNvSpPr txBox="1"/>
          <p:nvPr/>
        </p:nvSpPr>
        <p:spPr>
          <a:xfrm flipH="1">
            <a:off x="3826289" y="12255279"/>
            <a:ext cx="88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B2A618-3029-4B31-881B-2FF2E63CC965}"/>
              </a:ext>
            </a:extLst>
          </p:cNvPr>
          <p:cNvSpPr/>
          <p:nvPr/>
        </p:nvSpPr>
        <p:spPr>
          <a:xfrm>
            <a:off x="1321299" y="6954970"/>
            <a:ext cx="6500552" cy="325541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role 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681A8-EC8E-4361-8AD7-80A8CDE231C3}"/>
              </a:ext>
            </a:extLst>
          </p:cNvPr>
          <p:cNvSpPr/>
          <p:nvPr/>
        </p:nvSpPr>
        <p:spPr>
          <a:xfrm>
            <a:off x="1676401" y="7273901"/>
            <a:ext cx="5943600" cy="36686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D732B0-1451-4F3A-B881-7A52E74A79AD}"/>
              </a:ext>
            </a:extLst>
          </p:cNvPr>
          <p:cNvSpPr/>
          <p:nvPr/>
        </p:nvSpPr>
        <p:spPr>
          <a:xfrm>
            <a:off x="2438400" y="8289459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&lt; endpoint [ </a:t>
            </a:r>
            <a:r>
              <a:rPr lang="en-US" sz="1200" dirty="0" err="1">
                <a:solidFill>
                  <a:schemeClr val="tx1"/>
                </a:solidFill>
              </a:rPr>
              <a:t>as_array</a:t>
            </a:r>
            <a:r>
              <a:rPr lang="en-US" sz="1200" dirty="0">
                <a:solidFill>
                  <a:schemeClr val="tx1"/>
                </a:solidFill>
              </a:rPr>
              <a:t> ]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153B6D-4580-426E-8BDF-B0CD783B9EC5}"/>
              </a:ext>
            </a:extLst>
          </p:cNvPr>
          <p:cNvSpPr/>
          <p:nvPr/>
        </p:nvSpPr>
        <p:spPr>
          <a:xfrm>
            <a:off x="3200400" y="8746659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0805D2-97A0-455C-819A-F70F845C5F1B}"/>
              </a:ext>
            </a:extLst>
          </p:cNvPr>
          <p:cNvSpPr/>
          <p:nvPr/>
        </p:nvSpPr>
        <p:spPr>
          <a:xfrm>
            <a:off x="1676401" y="7794800"/>
            <a:ext cx="5943600" cy="2290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[</a:t>
            </a:r>
            <a:r>
              <a:rPr lang="en-US" sz="1200" dirty="0" err="1">
                <a:solidFill>
                  <a:schemeClr val="tx1"/>
                </a:solidFill>
              </a:rPr>
              <a:t>as_link</a:t>
            </a:r>
            <a:r>
              <a:rPr lang="en-US" sz="1200" dirty="0">
                <a:solidFill>
                  <a:schemeClr val="tx1"/>
                </a:solidFill>
              </a:rPr>
              <a:t> | </a:t>
            </a:r>
            <a:r>
              <a:rPr lang="en-US" sz="1200" dirty="0" err="1">
                <a:solidFill>
                  <a:schemeClr val="tx1"/>
                </a:solidFill>
              </a:rPr>
              <a:t>as_constant</a:t>
            </a:r>
            <a:r>
              <a:rPr lang="en-US" sz="1200" dirty="0">
                <a:solidFill>
                  <a:schemeClr val="tx1"/>
                </a:solidFill>
              </a:rPr>
              <a:t>] &gt;  </a:t>
            </a:r>
          </a:p>
          <a:p>
            <a:r>
              <a:rPr lang="en-US" sz="1200" dirty="0">
                <a:solidFill>
                  <a:schemeClr val="tx1"/>
                </a:solidFill>
              </a:rPr>
              <a:t>	if attribute with primitive/</a:t>
            </a:r>
            <a:r>
              <a:rPr lang="en-US" sz="1200" dirty="0" err="1">
                <a:solidFill>
                  <a:schemeClr val="tx1"/>
                </a:solidFill>
              </a:rPr>
              <a:t>enum</a:t>
            </a:r>
            <a:r>
              <a:rPr lang="en-US" sz="1200" dirty="0">
                <a:solidFill>
                  <a:schemeClr val="tx1"/>
                </a:solidFill>
              </a:rPr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343287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CCE206-F283-4DF7-9473-C72BB5A8307E}"/>
              </a:ext>
            </a:extLst>
          </p:cNvPr>
          <p:cNvSpPr/>
          <p:nvPr/>
        </p:nvSpPr>
        <p:spPr>
          <a:xfrm>
            <a:off x="152400" y="511628"/>
            <a:ext cx="8610600" cy="12993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div#T1234567890_123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7215D-41FA-4509-A36E-3497149EE65B}"/>
              </a:ext>
            </a:extLst>
          </p:cNvPr>
          <p:cNvSpPr/>
          <p:nvPr/>
        </p:nvSpPr>
        <p:spPr>
          <a:xfrm>
            <a:off x="651354" y="816430"/>
            <a:ext cx="7666973" cy="122899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table: &lt; node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AA0ED-3569-4777-91D6-99C9F4C94AA5}"/>
              </a:ext>
            </a:extLst>
          </p:cNvPr>
          <p:cNvSpPr txBox="1"/>
          <p:nvPr/>
        </p:nvSpPr>
        <p:spPr>
          <a:xfrm>
            <a:off x="30014" y="206829"/>
            <a:ext cx="1457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addType</a:t>
            </a:r>
            <a:r>
              <a:rPr lang="en-US" sz="1200" dirty="0"/>
              <a:t>: </a:t>
            </a:r>
            <a:r>
              <a:rPr lang="en-US" sz="1200" dirty="0" err="1"/>
              <a:t>objecttype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07E9D-E7FF-4745-9856-F514C70AB2CC}"/>
              </a:ext>
            </a:extLst>
          </p:cNvPr>
          <p:cNvSpPr/>
          <p:nvPr/>
        </p:nvSpPr>
        <p:spPr>
          <a:xfrm>
            <a:off x="1321299" y="1132898"/>
            <a:ext cx="6500552" cy="55671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title 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55F22-4F30-4000-A93E-5DFE246E8A8C}"/>
              </a:ext>
            </a:extLst>
          </p:cNvPr>
          <p:cNvSpPr/>
          <p:nvPr/>
        </p:nvSpPr>
        <p:spPr>
          <a:xfrm>
            <a:off x="1694019" y="1386697"/>
            <a:ext cx="5961279" cy="2112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targetendpoint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4BF81-F460-4DA2-AFBC-FD5B30F1AA82}"/>
              </a:ext>
            </a:extLst>
          </p:cNvPr>
          <p:cNvSpPr/>
          <p:nvPr/>
        </p:nvSpPr>
        <p:spPr>
          <a:xfrm>
            <a:off x="2438400" y="1805797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4E05B-9CB8-47B9-BD0E-61157F80BFDC}"/>
              </a:ext>
            </a:extLst>
          </p:cNvPr>
          <p:cNvSpPr/>
          <p:nvPr/>
        </p:nvSpPr>
        <p:spPr>
          <a:xfrm>
            <a:off x="3200400" y="2262997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428E39-B107-46B8-B347-A099AD179B50}"/>
              </a:ext>
            </a:extLst>
          </p:cNvPr>
          <p:cNvSpPr/>
          <p:nvPr/>
        </p:nvSpPr>
        <p:spPr>
          <a:xfrm>
            <a:off x="1694019" y="3634598"/>
            <a:ext cx="5961279" cy="3453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titleNode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460AF-96DB-47D9-991D-1709282F9E57}"/>
              </a:ext>
            </a:extLst>
          </p:cNvPr>
          <p:cNvSpPr/>
          <p:nvPr/>
        </p:nvSpPr>
        <p:spPr>
          <a:xfrm>
            <a:off x="1703150" y="4091175"/>
            <a:ext cx="5943600" cy="2309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Can be used to indicate type is mapped to a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8C22DA-5680-40B4-AEAB-057C75D38267}"/>
              </a:ext>
            </a:extLst>
          </p:cNvPr>
          <p:cNvSpPr/>
          <p:nvPr/>
        </p:nvSpPr>
        <p:spPr>
          <a:xfrm>
            <a:off x="2438400" y="4670935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38F88-BEE5-4B9A-9E1F-9A58A909D6BC}"/>
              </a:ext>
            </a:extLst>
          </p:cNvPr>
          <p:cNvSpPr/>
          <p:nvPr/>
        </p:nvSpPr>
        <p:spPr>
          <a:xfrm>
            <a:off x="2819400" y="5128135"/>
            <a:ext cx="4038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 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90E7B-E6DA-4B20-88F4-0A394F0797D6}"/>
              </a:ext>
            </a:extLst>
          </p:cNvPr>
          <p:cNvSpPr txBox="1"/>
          <p:nvPr/>
        </p:nvSpPr>
        <p:spPr>
          <a:xfrm flipH="1">
            <a:off x="3826289" y="12255279"/>
            <a:ext cx="88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B2A618-3029-4B31-881B-2FF2E63CC965}"/>
              </a:ext>
            </a:extLst>
          </p:cNvPr>
          <p:cNvSpPr/>
          <p:nvPr/>
        </p:nvSpPr>
        <p:spPr>
          <a:xfrm>
            <a:off x="1321299" y="6954970"/>
            <a:ext cx="6500552" cy="325541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role 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681A8-EC8E-4361-8AD7-80A8CDE231C3}"/>
              </a:ext>
            </a:extLst>
          </p:cNvPr>
          <p:cNvSpPr/>
          <p:nvPr/>
        </p:nvSpPr>
        <p:spPr>
          <a:xfrm>
            <a:off x="1676401" y="7273901"/>
            <a:ext cx="5943600" cy="36686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D732B0-1451-4F3A-B881-7A52E74A79AD}"/>
              </a:ext>
            </a:extLst>
          </p:cNvPr>
          <p:cNvSpPr/>
          <p:nvPr/>
        </p:nvSpPr>
        <p:spPr>
          <a:xfrm>
            <a:off x="2438400" y="8289459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&lt; endpoint [ </a:t>
            </a:r>
            <a:r>
              <a:rPr lang="en-US" sz="1200" dirty="0" err="1">
                <a:solidFill>
                  <a:schemeClr val="tx1"/>
                </a:solidFill>
              </a:rPr>
              <a:t>as_array</a:t>
            </a:r>
            <a:r>
              <a:rPr lang="en-US" sz="1200" dirty="0">
                <a:solidFill>
                  <a:schemeClr val="tx1"/>
                </a:solidFill>
              </a:rPr>
              <a:t> ]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153B6D-4580-426E-8BDF-B0CD783B9EC5}"/>
              </a:ext>
            </a:extLst>
          </p:cNvPr>
          <p:cNvSpPr/>
          <p:nvPr/>
        </p:nvSpPr>
        <p:spPr>
          <a:xfrm>
            <a:off x="3200400" y="8746659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0805D2-97A0-455C-819A-F70F845C5F1B}"/>
              </a:ext>
            </a:extLst>
          </p:cNvPr>
          <p:cNvSpPr/>
          <p:nvPr/>
        </p:nvSpPr>
        <p:spPr>
          <a:xfrm>
            <a:off x="1676401" y="7794800"/>
            <a:ext cx="5943600" cy="2290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[</a:t>
            </a:r>
            <a:r>
              <a:rPr lang="en-US" sz="1200" dirty="0" err="1">
                <a:solidFill>
                  <a:schemeClr val="tx1"/>
                </a:solidFill>
              </a:rPr>
              <a:t>as_link</a:t>
            </a:r>
            <a:r>
              <a:rPr lang="en-US" sz="1200" dirty="0">
                <a:solidFill>
                  <a:schemeClr val="tx1"/>
                </a:solidFill>
              </a:rPr>
              <a:t> | </a:t>
            </a:r>
            <a:r>
              <a:rPr lang="en-US" sz="1200" dirty="0" err="1">
                <a:solidFill>
                  <a:schemeClr val="tx1"/>
                </a:solidFill>
              </a:rPr>
              <a:t>as_constant</a:t>
            </a:r>
            <a:r>
              <a:rPr lang="en-US" sz="1200" dirty="0">
                <a:solidFill>
                  <a:schemeClr val="tx1"/>
                </a:solidFill>
              </a:rPr>
              <a:t>] &gt;  </a:t>
            </a:r>
          </a:p>
          <a:p>
            <a:r>
              <a:rPr lang="en-US" sz="1200" dirty="0">
                <a:solidFill>
                  <a:schemeClr val="tx1"/>
                </a:solidFill>
              </a:rPr>
              <a:t>	if attribute with primitive/</a:t>
            </a:r>
            <a:r>
              <a:rPr lang="en-US" sz="1200" dirty="0" err="1">
                <a:solidFill>
                  <a:schemeClr val="tx1"/>
                </a:solidFill>
              </a:rPr>
              <a:t>enum</a:t>
            </a:r>
            <a:r>
              <a:rPr lang="en-US" sz="1200" dirty="0">
                <a:solidFill>
                  <a:schemeClr val="tx1"/>
                </a:solidFill>
              </a:rPr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36509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9057</TotalTime>
  <Words>466</Words>
  <Application>Microsoft Office PowerPoint</Application>
  <PresentationFormat>Custom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Overview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GerardLemson</dc:creator>
  <cp:lastModifiedBy>Gerard Lemson</cp:lastModifiedBy>
  <cp:revision>132</cp:revision>
  <dcterms:created xsi:type="dcterms:W3CDTF">2006-08-16T00:00:00Z</dcterms:created>
  <dcterms:modified xsi:type="dcterms:W3CDTF">2018-04-15T21:44:57Z</dcterms:modified>
</cp:coreProperties>
</file>